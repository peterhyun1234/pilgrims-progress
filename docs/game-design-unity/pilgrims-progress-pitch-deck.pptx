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천로역정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순례자의 여정  |  The Pilgrim's Progress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내러티브 어드벤처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Pitch Deck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이 게임인가?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GAME?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300년 검증된 서사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2억 부 이상 읽힌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 번연의 불멸의 고전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60320" y="13716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복음의 체험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가르치는 게임이 아닌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걸어보는 순례길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13716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645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보편적 공감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75488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크리스천이든 아니든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등에도 짐이 있지 않은가?"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66560" y="13716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459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 복음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85800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데모만으로 완결된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구원의 메시지 전달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"좋은 게임은 플레이어에게 즐거움을 주고, 위대한 게임은 플레이어의 마음을 바꿉니다."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크리스천의 여정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CHRISTIAN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멸망의 도시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Destruction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7452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6040" y="137160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2" name="Shape 8"/>
          <p:cNvSpPr/>
          <p:nvPr/>
        </p:nvSpPr>
        <p:spPr>
          <a:xfrm>
            <a:off x="2606040" y="1371600"/>
            <a:ext cx="54864" cy="1417320"/>
          </a:xfrm>
          <a:prstGeom prst="rect">
            <a:avLst/>
          </a:prstGeom>
          <a:solidFill>
            <a:srgbClr val="A89B8C"/>
          </a:solidFill>
          <a:ln/>
        </p:spPr>
      </p:sp>
      <p:sp>
        <p:nvSpPr>
          <p:cNvPr id="13" name="Text 9"/>
          <p:cNvSpPr/>
          <p:nvPr/>
        </p:nvSpPr>
        <p:spPr>
          <a:xfrm>
            <a:off x="278892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8892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절망의 늪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8892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Slough of Despond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74520"/>
            <a:ext cx="164592" cy="164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54880" y="137160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8" name="Shape 13"/>
          <p:cNvSpPr/>
          <p:nvPr/>
        </p:nvSpPr>
        <p:spPr>
          <a:xfrm>
            <a:off x="4754880" y="1371600"/>
            <a:ext cx="54864" cy="141732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19" name="Text 14"/>
          <p:cNvSpPr/>
          <p:nvPr/>
        </p:nvSpPr>
        <p:spPr>
          <a:xfrm>
            <a:off x="493776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93776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좁은 문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3776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Gate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74520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03720" y="137160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4" name="Shape 18"/>
          <p:cNvSpPr/>
          <p:nvPr/>
        </p:nvSpPr>
        <p:spPr>
          <a:xfrm>
            <a:off x="6903720" y="1371600"/>
            <a:ext cx="54864" cy="1417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19"/>
          <p:cNvSpPr/>
          <p:nvPr/>
        </p:nvSpPr>
        <p:spPr>
          <a:xfrm>
            <a:off x="708660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0866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십자가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8660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06324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9" name="Shape 23"/>
          <p:cNvSpPr/>
          <p:nvPr/>
        </p:nvSpPr>
        <p:spPr>
          <a:xfrm>
            <a:off x="457200" y="3063240"/>
            <a:ext cx="54864" cy="1417320"/>
          </a:xfrm>
          <a:prstGeom prst="rect">
            <a:avLst/>
          </a:prstGeom>
          <a:solidFill>
            <a:srgbClr val="EAD9B5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D9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6400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아름다운 궁전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008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Beautiful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3566160"/>
            <a:ext cx="164592" cy="16459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2606040" y="306324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5" name="Shape 28"/>
          <p:cNvSpPr/>
          <p:nvPr/>
        </p:nvSpPr>
        <p:spPr>
          <a:xfrm>
            <a:off x="2606040" y="3063240"/>
            <a:ext cx="54864" cy="141732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36" name="Text 29"/>
          <p:cNvSpPr/>
          <p:nvPr/>
        </p:nvSpPr>
        <p:spPr>
          <a:xfrm>
            <a:off x="278892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278892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아폴리온 전투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278892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with Apollyon</a:t>
            </a:r>
            <a:endParaRPr lang="en-US" sz="1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566160"/>
            <a:ext cx="164592" cy="16459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4754880" y="306324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41" name="Shape 33"/>
          <p:cNvSpPr/>
          <p:nvPr/>
        </p:nvSpPr>
        <p:spPr>
          <a:xfrm>
            <a:off x="4754880" y="3063240"/>
            <a:ext cx="54864" cy="141732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42" name="Text 34"/>
          <p:cNvSpPr/>
          <p:nvPr/>
        </p:nvSpPr>
        <p:spPr>
          <a:xfrm>
            <a:off x="493776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35"/>
          <p:cNvSpPr/>
          <p:nvPr/>
        </p:nvSpPr>
        <p:spPr>
          <a:xfrm>
            <a:off x="493776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허영의 시장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493776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Fair</a:t>
            </a:r>
            <a:endParaRPr lang="en-US" sz="10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566160"/>
            <a:ext cx="164592" cy="164592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6903720" y="3063240"/>
            <a:ext cx="1920240" cy="141732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47" name="Shape 38"/>
          <p:cNvSpPr/>
          <p:nvPr/>
        </p:nvSpPr>
        <p:spPr>
          <a:xfrm>
            <a:off x="6903720" y="3063240"/>
            <a:ext cx="54864" cy="1417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8" name="Text 39"/>
          <p:cNvSpPr/>
          <p:nvPr/>
        </p:nvSpPr>
        <p:spPr>
          <a:xfrm>
            <a:off x="70866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9" name="Text 40"/>
          <p:cNvSpPr/>
          <p:nvPr/>
        </p:nvSpPr>
        <p:spPr>
          <a:xfrm>
            <a:off x="708660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천성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708660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Celestial City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25개 장소  ·  40+ 캐릭터  ·  Part 1 완결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장르 &amp; 핵심 루프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CORE LOOP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인터랙티브 내러티브 어드벤처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탐험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0312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장소를 둘러보며 숨겨진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요소와 인물을 발견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대화 &amp; 선택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0312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기반 분기 대화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도덕적 딜레마 선택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성장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10312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믿음·용기·지혜 스탯이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선택에 따라 변화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도전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21031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 전투, 퍼즐, 인내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서사적 챌린지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3" name="Text 16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게임 루프 사이클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029200" y="192024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18"/>
          <p:cNvSpPr/>
          <p:nvPr/>
        </p:nvSpPr>
        <p:spPr>
          <a:xfrm>
            <a:off x="5029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48640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 도착 — 배경/분위기 연출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029200" y="2468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Text 21"/>
          <p:cNvSpPr/>
          <p:nvPr/>
        </p:nvSpPr>
        <p:spPr>
          <a:xfrm>
            <a:off x="50292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 — 캐릭터·아이템 발견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29200" y="301752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1" name="Text 24"/>
          <p:cNvSpPr/>
          <p:nvPr/>
        </p:nvSpPr>
        <p:spPr>
          <a:xfrm>
            <a:off x="50292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— 선택지를 통한 스토리 분기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029200" y="356616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4" name="Text 27"/>
          <p:cNvSpPr/>
          <p:nvPr/>
        </p:nvSpPr>
        <p:spPr>
          <a:xfrm>
            <a:off x="50292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— 스탯 변동, 아이템 획득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029200" y="411480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7" name="Text 30"/>
          <p:cNvSpPr/>
          <p:nvPr/>
        </p:nvSpPr>
        <p:spPr>
          <a:xfrm>
            <a:off x="5029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48640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— 다음 장소로 전환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(inkle) 내러티브 엔진  ·  Unity 6 LTS  ·  C#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아트 디렉션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DIRECTION — STORYBOOK WATERCOLOR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스토리북 수채화 (Storybook Watercolor)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꿈속의 우화 — 따뜻한 붓 터치와 빛과 어둠의 극적 대비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빛의 팔레트 — 구원, 교제, 희망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868680" cy="6400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황토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#C8956C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08760" y="2514600"/>
            <a:ext cx="868680" cy="64008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11" name="Text 8"/>
          <p:cNvSpPr/>
          <p:nvPr/>
        </p:nvSpPr>
        <p:spPr>
          <a:xfrm>
            <a:off x="150876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#F5E6D3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0" y="2514600"/>
            <a:ext cx="8686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금빛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#D4A853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611880" y="2514600"/>
            <a:ext cx="868680" cy="640080"/>
          </a:xfrm>
          <a:prstGeom prst="rect">
            <a:avLst/>
          </a:prstGeom>
          <a:solidFill>
            <a:srgbClr val="3B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361188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브라운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#3B2F2F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4632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어둠의 팔레트 — 시련, 절망, 유혹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46320" y="2514600"/>
            <a:ext cx="86868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깊은 남색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#1E2A3A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14600"/>
            <a:ext cx="868680" cy="64008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20" name="Text 17"/>
          <p:cNvSpPr/>
          <p:nvPr/>
        </p:nvSpPr>
        <p:spPr>
          <a:xfrm>
            <a:off x="589788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보라 어둠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#2D1B4E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949440" y="2514600"/>
            <a:ext cx="868680" cy="64008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적색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#8B3A3A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001000" y="2514600"/>
            <a:ext cx="86868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800100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불꽃 오렌지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#FF6B35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2651760" cy="91440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배경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붓 터치, 부드러운 그라데이션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동화책 일러스트 느낌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37560" y="3840480"/>
            <a:ext cx="2651760" cy="91440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9" name="Text 26"/>
          <p:cNvSpPr/>
          <p:nvPr/>
        </p:nvSpPr>
        <p:spPr>
          <a:xfrm>
            <a:off x="34747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캐릭터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747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 실사 일러스트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표정이 풍부한 상반신 초상화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17920" y="3840480"/>
            <a:ext cx="2651760" cy="91440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2" name="Text 29"/>
          <p:cNvSpPr/>
          <p:nvPr/>
        </p:nvSpPr>
        <p:spPr>
          <a:xfrm>
            <a:off x="63550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5508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양피지/고서적 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클래식하되 깔끔한 타이포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대화 화면 와이어프레임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SCREEN WIREFRAME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7863840" cy="3520440"/>
          </a:xfrm>
          <a:prstGeom prst="rect">
            <a:avLst/>
          </a:prstGeom>
          <a:solidFill>
            <a:srgbClr val="F0E6D2"/>
          </a:solidFill>
          <a:ln w="19050">
            <a:solidFill>
              <a:srgbClr val="A89B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234440"/>
            <a:ext cx="7863840" cy="2194560"/>
          </a:xfrm>
          <a:prstGeom prst="rect">
            <a:avLst/>
          </a:prstGeom>
          <a:solidFill>
            <a:srgbClr val="EAD9B5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1783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[배경 일러스트]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해석자의 집 — 첫 번째 방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solidFill>
            <a:srgbClr val="3B2F2F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해석자의 집 · 첫 번째 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믿음 42  ·  용기 38  ·  지혜 45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566160"/>
            <a:ext cx="1097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[캐릭터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초상화]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해석자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94560" y="3566160"/>
            <a:ext cx="603504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77440" y="36118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"이 그림을 자세히 보시오. 이 사람은 눈을 하늘로 들고,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손에는 최고의 책을 들고, 입술에는 진리의 법이 씌여 있으며,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세상은 그의 뒤에 던져져 있소. 그의 일은 죄인들을 설득하는 것이오."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4800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 영역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4800600"/>
            <a:ext cx="2606040" cy="256032"/>
          </a:xfrm>
          <a:prstGeom prst="rect">
            <a:avLst/>
          </a:prstGeom>
          <a:solidFill>
            <a:srgbClr val="C8956C">
              <a:alpha val="20000"/>
            </a:srgbClr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그림의 인물은 누구입니까?"  → 지혜 +5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429000" y="4800600"/>
            <a:ext cx="2606040" cy="256032"/>
          </a:xfrm>
          <a:prstGeom prst="rect">
            <a:avLst/>
          </a:prstGeom>
          <a:solidFill>
            <a:srgbClr val="C8956C">
              <a:alpha val="20000"/>
            </a:srgbClr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044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세상이 뒤에 던져져 있습니까?"  → 믿음 +5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217920" y="4800600"/>
            <a:ext cx="2606040" cy="256032"/>
          </a:xfrm>
          <a:prstGeom prst="rect">
            <a:avLst/>
          </a:prstGeom>
          <a:solidFill>
            <a:srgbClr val="C8956C">
              <a:alpha val="20000"/>
            </a:srgbClr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"다음 방으로 가겠습니다."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여정 지도 &amp; 수집 화면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 &amp; COLLECTION SCREEN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4572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여정 지도 (Journey Map)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멸망의 도시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005840" y="2057400"/>
            <a:ext cx="640080" cy="45720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0" y="237744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26700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절망의 늪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920240" y="2514600"/>
            <a:ext cx="640080" cy="-27432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21031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2395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문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834640" y="2240280"/>
            <a:ext cx="640080" cy="45720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25603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0" y="2852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해석자의 집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749040" y="2697480"/>
            <a:ext cx="365760" cy="-54864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0" y="2011680"/>
            <a:ext cx="274320" cy="274320"/>
          </a:xfrm>
          <a:prstGeom prst="ellipse">
            <a:avLst/>
          </a:prstGeom>
          <a:solidFill>
            <a:srgbClr val="A89B8C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0" y="23042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십자가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14400" y="3474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[양피지 질감 배경 위에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방문한 장소는 금빛, 미방문은 회색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경로가 점선/실선으로 연결]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03520" y="118872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0" y="1188720"/>
            <a:ext cx="33832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성경 구절 카드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수집: 5 / 52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0" y="1783080"/>
            <a:ext cx="3017520" cy="457200"/>
          </a:xfrm>
          <a:prstGeom prst="rect">
            <a:avLst/>
          </a:prstGeom>
          <a:solidFill>
            <a:srgbClr val="F0E6D2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이사야 64:6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67512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의는 더러운 옷 같으며...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0" y="2331720"/>
            <a:ext cx="3017520" cy="457200"/>
          </a:xfrm>
          <a:prstGeom prst="rect">
            <a:avLst/>
          </a:prstGeom>
          <a:solidFill>
            <a:srgbClr val="F0E6D2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마태복음 7:13-14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751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문으로 들어가라...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86400" y="2880360"/>
            <a:ext cx="3017520" cy="457200"/>
          </a:xfrm>
          <a:prstGeom prst="rect">
            <a:avLst/>
          </a:prstGeom>
          <a:solidFill>
            <a:srgbClr val="F0E6D2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784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요한복음 16:8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6751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그가 와서 세상에 대하여...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6400" y="3429000"/>
            <a:ext cx="3017520" cy="457200"/>
          </a:xfrm>
          <a:prstGeom prst="rect">
            <a:avLst/>
          </a:prstGeom>
          <a:solidFill>
            <a:srgbClr val="A89B8C">
              <a:alpha val="30000"/>
            </a:srgbClr>
          </a:solidFill>
          <a:ln w="6350">
            <a:solidFill>
              <a:srgbClr val="A89B8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67512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[미발견]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86400" y="3977640"/>
            <a:ext cx="3017520" cy="457200"/>
          </a:xfrm>
          <a:prstGeom prst="rect">
            <a:avLst/>
          </a:prstGeom>
          <a:solidFill>
            <a:srgbClr val="A89B8C">
              <a:alpha val="30000"/>
            </a:srgbClr>
          </a:solidFill>
          <a:ln w="6350">
            <a:solidFill>
              <a:srgbClr val="A89B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7512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[미발견]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/ 무료 데모 범위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FREE DEMO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280160"/>
            <a:ext cx="1920240" cy="10972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9" name="Text 6"/>
          <p:cNvSpPr/>
          <p:nvPr/>
        </p:nvSpPr>
        <p:spPr>
          <a:xfrm>
            <a:off x="260604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606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1920240" cy="10972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754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1280160"/>
            <a:ext cx="1920240" cy="10972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40~60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903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플레이타임(분)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Minutes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데모 여정: 멸망의 도시 → 십자가 (핵심 복음 아크)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0040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3063240"/>
            <a:ext cx="1115568" cy="36576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멸망의 도시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시작: 짐의 자각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563624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3" name="Shape 20"/>
          <p:cNvSpPr/>
          <p:nvPr/>
        </p:nvSpPr>
        <p:spPr>
          <a:xfrm>
            <a:off x="1563624" y="3063240"/>
            <a:ext cx="1115568" cy="36576"/>
          </a:xfrm>
          <a:prstGeom prst="rect">
            <a:avLst/>
          </a:prstGeom>
          <a:solidFill>
            <a:srgbClr val="A89B8C"/>
          </a:solidFill>
          <a:ln/>
        </p:spPr>
      </p:sp>
      <p:sp>
        <p:nvSpPr>
          <p:cNvPr id="24" name="Text 21"/>
          <p:cNvSpPr/>
          <p:nvPr/>
        </p:nvSpPr>
        <p:spPr>
          <a:xfrm>
            <a:off x="1609344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들판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09344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완고·유연과의 만남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807208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7" name="Shape 24"/>
          <p:cNvSpPr/>
          <p:nvPr/>
        </p:nvSpPr>
        <p:spPr>
          <a:xfrm>
            <a:off x="2807208" y="3063240"/>
            <a:ext cx="1115568" cy="36576"/>
          </a:xfrm>
          <a:prstGeom prst="rect">
            <a:avLst/>
          </a:prstGeom>
          <a:solidFill>
            <a:srgbClr val="A89B8C"/>
          </a:solidFill>
          <a:ln/>
        </p:spPr>
      </p:sp>
      <p:sp>
        <p:nvSpPr>
          <p:cNvPr id="28" name="Text 25"/>
          <p:cNvSpPr/>
          <p:nvPr/>
        </p:nvSpPr>
        <p:spPr>
          <a:xfrm>
            <a:off x="2852928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절망의 늪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52928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시련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050792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1" name="Shape 28"/>
          <p:cNvSpPr/>
          <p:nvPr/>
        </p:nvSpPr>
        <p:spPr>
          <a:xfrm>
            <a:off x="4050792" y="3063240"/>
            <a:ext cx="1115568" cy="36576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2" name="Text 29"/>
          <p:cNvSpPr/>
          <p:nvPr/>
        </p:nvSpPr>
        <p:spPr>
          <a:xfrm>
            <a:off x="4096512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세상지혜씨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096512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유혹과 결단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294376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5" name="Shape 32"/>
          <p:cNvSpPr/>
          <p:nvPr/>
        </p:nvSpPr>
        <p:spPr>
          <a:xfrm>
            <a:off x="5294376" y="3063240"/>
            <a:ext cx="1115568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6" name="Text 33"/>
          <p:cNvSpPr/>
          <p:nvPr/>
        </p:nvSpPr>
        <p:spPr>
          <a:xfrm>
            <a:off x="5340096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좁은 문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340096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은혜의 입구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537960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9" name="Shape 36"/>
          <p:cNvSpPr/>
          <p:nvPr/>
        </p:nvSpPr>
        <p:spPr>
          <a:xfrm>
            <a:off x="6537960" y="3063240"/>
            <a:ext cx="1115568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0" name="Text 37"/>
          <p:cNvSpPr/>
          <p:nvPr/>
        </p:nvSpPr>
        <p:spPr>
          <a:xfrm>
            <a:off x="6583680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해석자의 집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583680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방의 교훈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781544" y="3063240"/>
            <a:ext cx="1115568" cy="100584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43" name="Shape 40"/>
          <p:cNvSpPr/>
          <p:nvPr/>
        </p:nvSpPr>
        <p:spPr>
          <a:xfrm>
            <a:off x="7781544" y="3063240"/>
            <a:ext cx="1115568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4" name="Text 41"/>
          <p:cNvSpPr/>
          <p:nvPr/>
        </p:nvSpPr>
        <p:spPr>
          <a:xfrm>
            <a:off x="7827264" y="3200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십자가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827264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짐이 떨어지다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죄의 자각 → 방황 → 유혹 → 결단 → 은혜 → 교훈 → 구원</a:t>
            </a:r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완결된 복음 메시지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데모만으로 복음의 핵심(십자가의 은혜)을 온전히 경험 가능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시스템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— STATS, BURDEN, COLLECTION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믿음 (Faith)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하나님에 대한 신뢰.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두려운 선택에서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나아갈 때 증가.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시작값: 30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37560" y="12344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8B3A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용기 (Courage)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2044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시련 앞의 담대함.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위험을 감수하고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맞설 때 증가.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2900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시작값: 25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217920" y="12344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C8956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4173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지혜 (Wisdom)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영적 분별력.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판단을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내릴 때 증가.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30936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시작값: 35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474720"/>
            <a:ext cx="8229600" cy="54864"/>
          </a:xfrm>
          <a:prstGeom prst="rect">
            <a:avLst/>
          </a:prstGeom>
          <a:solidFill>
            <a:srgbClr val="8B3A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짐 (Burden) 시스템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97280" y="4069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크리스천은 등에 무거운 짐을 지고 있습니다.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짐은 선택에 따라 무거워지거나 가벼워지며, 이동 속도와 선택지에 영향을 줍니다.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십자가에 도달하면 짐이 떨어지며 — 게임의 가장 강렬한 카타르시스입니다.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드라마틱 순간들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DRAMATIC MOMENTS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234440"/>
            <a:ext cx="54864" cy="10515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짐이 떨어지는 순간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Falls at the Cross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1325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십자가 앞에서 크리스천의 등에서 짐이 굴러 떨어집니다.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빛나는 자 세 명이 나타나 새 옷을 입혀주고, 이마에 표를 찍으며,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두루마리를 건네줍니다. 이 순간이 게임의 감정적 절정입니다.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10515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2468880"/>
            <a:ext cx="54864" cy="105156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아폴리온과의 전투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with Apollyon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31920" y="2560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드래곤 같은 마왕 아폴리온이 길을 가로막습니다.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 기반 전투 — '만군의 검'으로 최후의 일격.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갑옷을 입되, 등에는 갑옷이 없으므로 후퇴는 불가.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3703320"/>
            <a:ext cx="54864" cy="105156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신실의 순교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Faithful's Martyrdom at Vanity Fair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931920" y="3794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친한 동행자 신실이 허영의 시장에서 화형당합니다.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플레이어가 무력하게 지켜보는 순간 — 하늘의 병거가 내려옵니다.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슬픔 속에서도 희망을 발견하는 역설적 장면.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사망의 골짜기, 의심의 성 탈출, 사망의 강 건너기 등 15+ 드라마틱 장면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타임라인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 — ~12 MONTHS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051560" cy="640080"/>
          </a:xfrm>
          <a:prstGeom prst="rect">
            <a:avLst/>
          </a:prstGeom>
          <a:solidFill>
            <a:srgbClr val="A89B8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기획/설계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581912" y="1280160"/>
            <a:ext cx="1051560" cy="6400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10" name="Text 7"/>
          <p:cNvSpPr/>
          <p:nvPr/>
        </p:nvSpPr>
        <p:spPr>
          <a:xfrm>
            <a:off x="1581912" y="1280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버티컬 슬라이스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81912" y="19659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06624" y="1280160"/>
            <a:ext cx="21031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2706624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MVP/데모 개발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06624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882896" y="1280160"/>
            <a:ext cx="685800" cy="64008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6" name="Text 13"/>
          <p:cNvSpPr/>
          <p:nvPr/>
        </p:nvSpPr>
        <p:spPr>
          <a:xfrm>
            <a:off x="4882896" y="12801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출시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82896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41848" y="1280160"/>
            <a:ext cx="21031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9" name="Text 16"/>
          <p:cNvSpPr/>
          <p:nvPr/>
        </p:nvSpPr>
        <p:spPr>
          <a:xfrm>
            <a:off x="5641848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정식판 개발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41848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20주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818120" y="1280160"/>
            <a:ext cx="68580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19"/>
          <p:cNvSpPr/>
          <p:nvPr/>
        </p:nvSpPr>
        <p:spPr>
          <a:xfrm>
            <a:off x="7818120" y="12801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런칭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81812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2423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864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 확정 · GDD 완성 · 아트 스타일 가이드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프로토타입 · Unity 프로젝트 셋업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2423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4632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장소 완성 (해석자의 집 7개 방)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시스템 검증: 대화, 선택, 스탯, 전환, 세이브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4864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장소 전체 구현 · UI/UX 완성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16장, 캐릭터 33표정 · BGM 20트랙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54880" y="3291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84632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플레이테스트 (교회 청년부) · 버그 픽스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itch.io 데모 출시 · Steam 위시리스트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1605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48640" y="4206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18+ 장소 · 모바일 포팅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현지화 · 추가 아트/오디오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54880" y="41605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846320" y="4206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4632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QA · 스토어 제출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Steam/Google Play/App Store 동시 출시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총 비용: ₩50만~₩130만 ($380~$1,000)  |  예상 개발 기간: ~52주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비즈니스 모델 &amp; 플랫폼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PLATFORMS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20116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A89B8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 데모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9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01~02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멸망의 도시 → 십자가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40~60분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651760" cy="20116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1" name="Shape 8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정식 버전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429000" y="2331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장소 · 5~8시간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한영 지원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280160"/>
            <a:ext cx="2651760" cy="201168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DLC (추후)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$2.99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309360" y="2331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크리스티아나의 여정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플랫폼 출시 순서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977640"/>
            <a:ext cx="1920240" cy="8229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023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itch.io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먼저 · Phase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무료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606040" y="3977640"/>
            <a:ext cx="1920240" cy="8229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5" name="Text 22"/>
          <p:cNvSpPr/>
          <p:nvPr/>
        </p:nvSpPr>
        <p:spPr>
          <a:xfrm>
            <a:off x="2697480" y="4023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출시 · Phase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$100 일회성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977640"/>
            <a:ext cx="1920240" cy="8229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4023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Play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4632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· Phase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$25 일회성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903720" y="3977640"/>
            <a:ext cx="1920240" cy="822960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31" name="Text 28"/>
          <p:cNvSpPr/>
          <p:nvPr/>
        </p:nvSpPr>
        <p:spPr>
          <a:xfrm>
            <a:off x="6995160" y="4023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9516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Phase 5+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수수료: $99/년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"나도 등에 짐을 지고 있었구나"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834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크리스천이든 아니든,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게임을 끝낸 사람이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 짐을 내려놓을 곳이 있다는 것을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알게 되기를 바랍니다.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천로역정 — 순례자의 여정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Pilgrim's Progress  ·  Interactive Narrative Adventure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천로역정 — 순례자의 여정 | Game Pitch Deck</dc:title>
  <dc:subject>PptxGenJS Presentation</dc:subject>
  <dc:creator>Pilgrim's Progress Dev</dc:creator>
  <cp:lastModifiedBy>Pilgrim's Progress Dev</cp:lastModifiedBy>
  <cp:revision>1</cp:revision>
  <dcterms:created xsi:type="dcterms:W3CDTF">2026-03-15T13:28:52Z</dcterms:created>
  <dcterms:modified xsi:type="dcterms:W3CDTF">2026-03-15T13:28:52Z</dcterms:modified>
</cp:coreProperties>
</file>